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08203665d403b" /><Relationship Type="http://schemas.openxmlformats.org/officeDocument/2006/relationships/extended-properties" Target="/docProps/app.xml" Id="Rcd96f123182546e5" /><Relationship Type="http://schemas.openxmlformats.org/officeDocument/2006/relationships/officeDocument" Target="/ppt/presentation.xml" Id="R5f92ccbcb19743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074bf533f4b4c"/>
  </p:sldMasterIdLst>
  <p:notesMasterIdLst>
    <p:notesMasterId xmlns:r="http://schemas.openxmlformats.org/officeDocument/2006/relationships" r:id="R764c07aba3534516"/>
  </p:notesMasterIdLst>
  <p:sldIdLst>
    <p:sldId xmlns:r="http://schemas.openxmlformats.org/officeDocument/2006/relationships" id="256" r:id="R0feff07d8d95421f"/>
    <p:sldId xmlns:r="http://schemas.openxmlformats.org/officeDocument/2006/relationships" id="257" r:id="R22fb3956261f4bff"/>
    <p:sldId xmlns:r="http://schemas.openxmlformats.org/officeDocument/2006/relationships" id="258" r:id="R371d96880c49416d"/>
    <p:sldId xmlns:r="http://schemas.openxmlformats.org/officeDocument/2006/relationships" id="259" r:id="R292bb535e4394bd7"/>
    <p:sldId xmlns:r="http://schemas.openxmlformats.org/officeDocument/2006/relationships" id="260" r:id="R03dcde3521f8456c"/>
    <p:sldId xmlns:r="http://schemas.openxmlformats.org/officeDocument/2006/relationships" id="261" r:id="R76703c721bce4a4d"/>
    <p:sldId xmlns:r="http://schemas.openxmlformats.org/officeDocument/2006/relationships" id="262" r:id="Rb617528b9012427c"/>
    <p:sldId xmlns:r="http://schemas.openxmlformats.org/officeDocument/2006/relationships" id="263" r:id="R219217bb87c0404a"/>
    <p:sldId xmlns:r="http://schemas.openxmlformats.org/officeDocument/2006/relationships" id="264" r:id="R044878e9fc55486d"/>
    <p:sldId xmlns:r="http://schemas.openxmlformats.org/officeDocument/2006/relationships" id="265" r:id="R2f12ffe8128247d4"/>
    <p:sldId xmlns:r="http://schemas.openxmlformats.org/officeDocument/2006/relationships" id="266" r:id="R3cabcd83042448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f6f6c66b84982" /><Relationship Type="http://schemas.openxmlformats.org/officeDocument/2006/relationships/slideMaster" Target="/ppt/slideMasters/slideMaster1.xml" Id="Rfc7074bf533f4b4c" /><Relationship Type="http://schemas.openxmlformats.org/officeDocument/2006/relationships/notesMaster" Target="/ppt/notesMasters/notesMaster1.xml" Id="R764c07aba3534516" /><Relationship Type="http://schemas.openxmlformats.org/officeDocument/2006/relationships/presProps" Target="/ppt/presProps.xml" Id="R07027fef7c194686" /><Relationship Type="http://schemas.openxmlformats.org/officeDocument/2006/relationships/tableStyles" Target="/ppt/tableStyles.xml" Id="R529b18dcc46d4ba8" /><Relationship Type="http://schemas.openxmlformats.org/officeDocument/2006/relationships/slide" Target="/ppt/slides/slide1.xml" Id="R0feff07d8d95421f" /><Relationship Type="http://schemas.openxmlformats.org/officeDocument/2006/relationships/slide" Target="/ppt/slides/slide2.xml" Id="R22fb3956261f4bff" /><Relationship Type="http://schemas.openxmlformats.org/officeDocument/2006/relationships/slide" Target="/ppt/slides/slide3.xml" Id="R371d96880c49416d" /><Relationship Type="http://schemas.openxmlformats.org/officeDocument/2006/relationships/slide" Target="/ppt/slides/slide4.xml" Id="R292bb535e4394bd7" /><Relationship Type="http://schemas.openxmlformats.org/officeDocument/2006/relationships/slide" Target="/ppt/slides/slide5.xml" Id="R03dcde3521f8456c" /><Relationship Type="http://schemas.openxmlformats.org/officeDocument/2006/relationships/slide" Target="/ppt/slides/slide6.xml" Id="R76703c721bce4a4d" /><Relationship Type="http://schemas.openxmlformats.org/officeDocument/2006/relationships/slide" Target="/ppt/slides/slide7.xml" Id="Rb617528b9012427c" /><Relationship Type="http://schemas.openxmlformats.org/officeDocument/2006/relationships/slide" Target="/ppt/slides/slide8.xml" Id="R219217bb87c0404a" /><Relationship Type="http://schemas.openxmlformats.org/officeDocument/2006/relationships/slide" Target="/ppt/slides/slide9.xml" Id="R044878e9fc55486d" /><Relationship Type="http://schemas.openxmlformats.org/officeDocument/2006/relationships/slide" Target="/ppt/slides/slide10.xml" Id="R2f12ffe8128247d4" /><Relationship Type="http://schemas.openxmlformats.org/officeDocument/2006/relationships/slide" Target="/ppt/slides/slide11.xml" Id="R3cabcd830424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dc02a8eb5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a42ee8a864eed" /><Relationship Type="http://schemas.openxmlformats.org/officeDocument/2006/relationships/notesMaster" Target="/ppt/notesMasters/notesMaster1.xml" Id="Rcb068cf9826946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1dd3508bf4fed" /><Relationship Type="http://schemas.openxmlformats.org/officeDocument/2006/relationships/notesMaster" Target="/ppt/notesMasters/notesMaster1.xml" Id="Rd884df957f2a49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36097402c4564" /><Relationship Type="http://schemas.openxmlformats.org/officeDocument/2006/relationships/notesMaster" Target="/ppt/notesMasters/notesMaster1.xml" Id="Rc459d5ef1fb040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a759b9487443c3" /><Relationship Type="http://schemas.openxmlformats.org/officeDocument/2006/relationships/notesMaster" Target="/ppt/notesMasters/notesMaster1.xml" Id="R0bc0d9df337046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04994b20214e82" /><Relationship Type="http://schemas.openxmlformats.org/officeDocument/2006/relationships/notesMaster" Target="/ppt/notesMasters/notesMaster1.xml" Id="R65990fdeb8e440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f873c74a5d45ec" /><Relationship Type="http://schemas.openxmlformats.org/officeDocument/2006/relationships/notesMaster" Target="/ppt/notesMasters/notesMaster1.xml" Id="R1bb79abb8aa8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4091c1566f4935" /><Relationship Type="http://schemas.openxmlformats.org/officeDocument/2006/relationships/notesMaster" Target="/ppt/notesMasters/notesMaster1.xml" Id="Rf9b000f50a1448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70ec12f1f4c05" /><Relationship Type="http://schemas.openxmlformats.org/officeDocument/2006/relationships/notesMaster" Target="/ppt/notesMasters/notesMaster1.xml" Id="R55998463b9d042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2239ac70634931" /><Relationship Type="http://schemas.openxmlformats.org/officeDocument/2006/relationships/notesMaster" Target="/ppt/notesMasters/notesMaster1.xml" Id="R413a748705eb4c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e6e87451e744fb" /><Relationship Type="http://schemas.openxmlformats.org/officeDocument/2006/relationships/notesMaster" Target="/ppt/notesMasters/notesMaster1.xml" Id="Ra26900d4ad7a4d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761890cc654b13" /><Relationship Type="http://schemas.openxmlformats.org/officeDocument/2006/relationships/notesMaster" Target="/ppt/notesMasters/notesMaster1.xml" Id="R81dcdde748d9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Présentation fonctionnelle de la version fournie, septembre 2026. Destinée à une présentation interne de l’outil.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index.html des deux interfaces et LIRE-MOI.txt. Le projet concerne la saisie et le suivi des interventions EBRA, et non un workflow de balisage PDF.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interfaces web Agent et Manager, app.js et fonctions update/validate. En v3.6.4, un agent peut modifier et valider ses propres lignes.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Agent web/index.html, web/app.js, serverr.ps1. Type, origine et titre obligatoires au lancement manuel. Commentaire obligatoire à la clôture. Une intervention active par collaborateur.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listes des formulaires dans les deux fichiers web/index.html. Onze types et neuf titres sont proposés. Les numéros d’ordre et références client sont libres.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outlook.ps1, Agent serverr.ps1 et web/mail.js. Répondre et transférer ouvrent les fenêtres Outlook classiques. L’ouverture d’une réponse ne prouve pas son envoi. La clôture exige le déplacement du mail vers la destination configurée.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Manager web/app.js, renderTable, renderDashboard, renderRankChart et filtered. La tendance porte sur les 14 derniers jours. Export natif JSON de la sélection, sans export CSV natif.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LIRE-MOI Agent, fonction mean dans Manager web/app.js, presence.ps1. La DMT correspond à une durée écoulée. La présence vient des signaux du serveur Agent, y compris lorsque l’onglet est masqué.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Agent et Manager LIRE-MOI, community.ps1, web/community.js, fonctions update/validate, journal Outlook. Les événements concernent les actions exécutées via l’application.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demarrer.ps1, serverr.ps1, serveur.ps1, LIRE-MOI des deux applications et config.json. Serveurs locaux Windows PowerShell 5.1. Les règles informatiques peuvent bloquer les scripts. L’accès à une boîte dépend du profil Outlook et des droits existants.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Bénéfices attendus d’après les fonctions du projet. Aucun gain chiffré ni résultat de production n’a été fourni. Pour la démonstration, utiliser un dossier et une boîte de test.</a:t>
            </a:r>
          </a:p>
          <a:p xmlns:a="http://schemas.openxmlformats.org/drawingml/2006/main">
            <a:r>
              <a:t>Source : archive EBRA-Agent-et-Manager-v3.6.4-Presence-Stable.zip, fournie par l’utilisateur.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80018fc0947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e929050cf7410d" /><Relationship Type="http://schemas.openxmlformats.org/officeDocument/2006/relationships/slideLayout" Target="/ppt/slideLayouts/slideLayout1.xml" Id="R8e292a3a30fd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92a3a30fd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4d756f33447cf" /><Relationship Type="http://schemas.openxmlformats.org/officeDocument/2006/relationships/notesSlide" Target="/ppt/notesSlides/notesSlide1.xml" Id="R7e1febb7214f4a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231618f304b4f" /><Relationship Type="http://schemas.openxmlformats.org/officeDocument/2006/relationships/notesSlide" Target="/ppt/notesSlides/notesSlide2.xml" Id="R84dba52625bb48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66c023495472f" /><Relationship Type="http://schemas.openxmlformats.org/officeDocument/2006/relationships/notesSlide" Target="/ppt/notesSlides/notesSlide3.xml" Id="Re5efd6f6e5a345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d15f9e2894423" /><Relationship Type="http://schemas.openxmlformats.org/officeDocument/2006/relationships/notesSlide" Target="/ppt/notesSlides/notesSlide4.xml" Id="Rb8ddb3e24d4a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677e3b4354b40" /><Relationship Type="http://schemas.openxmlformats.org/officeDocument/2006/relationships/notesSlide" Target="/ppt/notesSlides/notesSlide5.xml" Id="Re5e3ed06207342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de62239d14057" /><Relationship Type="http://schemas.openxmlformats.org/officeDocument/2006/relationships/notesSlide" Target="/ppt/notesSlides/notesSlide6.xml" Id="Rde5a2864238f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f5cb95dd64905" /><Relationship Type="http://schemas.openxmlformats.org/officeDocument/2006/relationships/notesSlide" Target="/ppt/notesSlides/notesSlide7.xml" Id="R565034c8c45f4c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562cabde845cc" /><Relationship Type="http://schemas.openxmlformats.org/officeDocument/2006/relationships/notesSlide" Target="/ppt/notesSlides/notesSlide8.xml" Id="Ra343aaae1abf4b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2d965f9b4ac8" /><Relationship Type="http://schemas.openxmlformats.org/officeDocument/2006/relationships/notesSlide" Target="/ppt/notesSlides/notesSlide9.xml" Id="Rbe917352ec6144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2641adaf149b2" /><Relationship Type="http://schemas.openxmlformats.org/officeDocument/2006/relationships/notesSlide" Target="/ppt/notesSlides/notesSlide10.xml" Id="R28bdefffe53742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dff3628094dc4" /><Relationship Type="http://schemas.openxmlformats.org/officeDocument/2006/relationships/notesSlide" Target="/ppt/notesSlides/notesSlide11.xml" Id="R57a73ae293ef47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4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DEC38-868A-4A58-814E-3454D11E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EBRA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Press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8AC48-B52C-4516-B1C5-5CA4E6F7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FC9E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FC9E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D23AD-1F43-4E04-AB53-34DE033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Présentation de l’outil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03766-6013-42FC-A1DE-64A8405D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DF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8DFF7"/>
                </a:solidFill>
                <a:latin typeface="DejaVu Sans"/>
                <a:ea typeface="DejaVu Sans"/>
                <a:cs typeface="DejaVu Sans"/>
              </a:rPr>
              <a:t>Suivi des traitements et pilotage de l’activité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2A214-F773-487B-8274-F7DD3E9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Interfaces Collaborateur et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A22F0-4A90-46CD-83E2-6B8ACDC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FC9E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FC9EE"/>
                </a:solidFill>
                <a:latin typeface="DejaVu Sans"/>
                <a:ea typeface="DejaVu Sans"/>
                <a:cs typeface="DejaVu Sans"/>
              </a:rPr>
              <a:t>Version 3.6.4 ·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787281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D29EE-D0B8-4777-95FB-931EB1C0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Le périmètre de l’outil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5ADFC-707E-4867-9F77-EC9D910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F421-A3B2-4444-B453-408CF09B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Suivi des interventions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80A2D-8C99-4960-AC36-2FCFC417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Enregistrer les demandes Front, Back et Web, de la prise en charge à la clôture.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DC042-F8C4-4ECB-AEA2-045F5BF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Gestion des e-mails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404DF-BF24-4B84-AD38-31933D94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Accéder à Outlook, réserver une demande et suivre son traitement.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3BAA9-14CC-41C6-9293-DFFB3142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Pilotage partagé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CF4B4-785D-42D2-A340-5B5CDC7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Consulter les volumes, les durées, les historiques et l’activité de l’équipe.</a:t>
            </a:r>
          </a:p>
        </p:txBody>
      </p:sp>
    </p:spTree>
    <p:extLst>
      <p:ext uri="{BB962C8B-B14F-4D97-AF65-F5344CB8AC3E}">
        <p14:creationId xmlns:p14="http://schemas.microsoft.com/office/powerpoint/2010/main" val="801829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93406-B934-4C74-9E32-11DD8873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Deux espaces complémentaires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E49E-9E98-46D9-9791-D91DA23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FF321-26C0-4700-8F80-E248358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Collaborateur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F2ED-D59F-43CA-9209-89FB285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76425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B3D8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B3D82"/>
                </a:solidFill>
                <a:latin typeface="DejaVu Sans"/>
                <a:ea typeface="DejaVu Sans"/>
                <a:cs typeface="DejaVu Sans"/>
              </a:rPr>
              <a:t>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7E419-8ED3-4E65-9B3E-2BE65A7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5048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Démarrer et terminer un traitement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Consulter l’historique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Corriger et valider ses propres lignes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Gérer ses demandes 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EDBD6-31B7-4EFC-88A6-67D006B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90800"/>
            <a:ext cx="50006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Consolider les traitements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Filtrer et examiner les résultats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Contrôler et valider les traitements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Suivre la présence de l’équipe</a:t>
            </a:r>
          </a:p>
        </p:txBody>
      </p:sp>
    </p:spTree>
    <p:extLst>
      <p:ext uri="{BB962C8B-B14F-4D97-AF65-F5344CB8AC3E}">
        <p14:creationId xmlns:p14="http://schemas.microsoft.com/office/powerpoint/2010/main" val="654499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978CB-50CA-455B-8C41-CC82C5FF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Le parcours d’un traitement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E005A-7206-482B-B2CC-1E1B772D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335DD-D986-4A17-9E83-317ECED3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01   Renseigner la demande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CCBAC-75BE-446F-B194-CAEF43B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Choisir le type, l’origine et le titre de presse. Ajouter les références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D7FCC-5A45-43B0-9DDB-BFEEB2B9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02   Lancer le traitement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EECAF-3ED5-4AC4-A9FB-83819E8F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La session Windows identifie l’agent. Le suivi de durée démarre automatiquement.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AE3C5-CEF4-4036-8157-33E105A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03   Clôturer l’intervention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7434A-7D89-41E1-B8BD-82BB652F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Saisir le commentaire final. L’outil enregistre la fin et la durée dans l’historique.</a:t>
            </a:r>
          </a:p>
        </p:txBody>
      </p:sp>
    </p:spTree>
    <p:extLst>
      <p:ext uri="{BB962C8B-B14F-4D97-AF65-F5344CB8AC3E}">
        <p14:creationId xmlns:p14="http://schemas.microsoft.com/office/powerpoint/2010/main" val="1698587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B9369-E2B5-45BC-A340-CBCF2F2D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Une saisie structurée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F8A54-BABD-4200-9EE2-8CD6E5AC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0A632-9379-4644-B215-1CAE8893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3 origines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AEB4D-2184-411D-B91B-06C0F1A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Front, Back et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6256B-78CB-4B70-B3C8-D6E224B7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9 titres de presse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6035C-08B7-4B76-89F4-6A8F930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DNA, ALS, LDL, LER, LRL,</a:t>
            </a:r>
          </a:p>
          <a:p xmlns:a="http://schemas.openxmlformats.org/drawingml/2006/main">
            <a:pPr>
              <a:def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VOM, LPR, JSL et LBP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D0696-8AA5-4702-BB72-2B1CFA6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B3D8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DB3D82"/>
                </a:solidFill>
                <a:latin typeface="DejaVu Sans"/>
                <a:ea typeface="DejaVu Sans"/>
                <a:cs typeface="DejaVu Sans"/>
              </a:rPr>
              <a:t>11 types de traitement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5835C-632D-41E6-BF7C-24A1E9A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57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Avis de décès, remerciements, hommages, erratum…</a:t>
            </a:r>
          </a:p>
          <a:p xmlns:a="http://schemas.openxmlformats.org/drawingml/2006/main">
            <a:pPr>
              <a:def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Chaque ligne conserve aussi les références client et le commentaire.</a:t>
            </a:r>
          </a:p>
        </p:txBody>
      </p:sp>
    </p:spTree>
    <p:extLst>
      <p:ext uri="{BB962C8B-B14F-4D97-AF65-F5344CB8AC3E}">
        <p14:creationId xmlns:p14="http://schemas.microsoft.com/office/powerpoint/2010/main" val="1863735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402E-9D7D-4CE9-8694-8B0B80A3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La prise en charge dans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0CAF4-3CFF-4A1B-A05B-D421903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C5A9B-7535-457C-8ED1-8AFADC3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Une demande réservée à un collaborateur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61623-EF51-41D6-B941-BA6984EB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« Prendre en charge » réserve l’e-mail et crée un traitement d’origine 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F7D4-E9EB-4FC7-943E-4B59C0D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Les actions de messagerie à portée de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F5916-5541-48E3-955F-8527EE74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Ouvrir, répondre, transférer et consulter les pièces jointes via Outlook classique.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60980-971A-4881-AE93-E5B1FA4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Une clôture liée au rangement du 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C3940-B9A6-4D6D-AF00-71A6F71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Terminer déplace l’e-mail vers le dossier prévu. « Libérer » le rend à nouveau disponible.</a:t>
            </a:r>
          </a:p>
        </p:txBody>
      </p:sp>
    </p:spTree>
    <p:extLst>
      <p:ext uri="{BB962C8B-B14F-4D97-AF65-F5344CB8AC3E}">
        <p14:creationId xmlns:p14="http://schemas.microsoft.com/office/powerpoint/2010/main" val="1366989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FC41-D31D-4B84-B251-B7C4D6F4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Le tableau de bord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821E5-228B-4E98-8489-D31E7F07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E4584-B007-4D6E-B155-EB5126BE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Indicateurs de suivi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86B4C-1C16-4DFF-8575-ACD81258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Nombre de traitements, en cours, terminés, à vérifier et DMT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90CCA-556A-4A3F-94A1-60434D7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Répartition de l’activité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5042E-9239-449C-B183-9E38324E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Volumes par jour, origine, collaborateur et titre de presse.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6A647-9A2C-40CB-B4A2-B8584D85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Filtres et exploitation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E124E-86D6-4A4D-99D1-8BA6F38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Recherche, collaborateur, type, statut et intervalle de dates. Export de la sélection en JSON.</a:t>
            </a:r>
          </a:p>
        </p:txBody>
      </p:sp>
    </p:spTree>
    <p:extLst>
      <p:ext uri="{BB962C8B-B14F-4D97-AF65-F5344CB8AC3E}">
        <p14:creationId xmlns:p14="http://schemas.microsoft.com/office/powerpoint/2010/main" val="1132274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B7A0E-6718-4116-BC59-5AFBE2BC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La lecture des indicateurs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14EE-9FC9-4A0F-9444-3BC1E6E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6D9EE-C7D0-4E4A-98AD-8F817A19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DMT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0C2E1-5B1D-48BA-9DFA-5F8B054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Durée entre la prise</a:t>
            </a:r>
          </a:p>
          <a:p xmlns:a="http://schemas.openxmlformats.org/drawingml/2006/main">
            <a:pPr>
              <a:def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en charge et la fin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9DDB8-F4FD-4AE4-B819-27BB0E5F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Moyenne calculée sur les traitements terminés avec une durée valide.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D290-53D7-4EC2-B0F4-DBEDA2B1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4310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B3D8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DB3D82"/>
                </a:solidFill>
                <a:latin typeface="DejaVu Sans"/>
                <a:ea typeface="DejaVu Sans"/>
                <a:cs typeface="DejaVu Sans"/>
              </a:rPr>
              <a:t>Présence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C6210-8658-4448-98F0-E5386A61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État de connexion</a:t>
            </a:r>
          </a:p>
          <a:p xmlns:a="http://schemas.openxmlformats.org/drawingml/2006/main">
            <a:pPr>
              <a:def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de l’application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293ED-276A-4602-813F-7C3D226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76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La présence ne mesure ni le temps productif ni la qualité du travail.</a:t>
            </a:r>
          </a:p>
        </p:txBody>
      </p:sp>
    </p:spTree>
    <p:extLst>
      <p:ext uri="{BB962C8B-B14F-4D97-AF65-F5344CB8AC3E}">
        <p14:creationId xmlns:p14="http://schemas.microsoft.com/office/powerpoint/2010/main" val="1952307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C16D6-E0BA-4B9F-B0D4-4AF0B0F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Historique et coordination de l’équipe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BBCA1-120C-477B-B872-4578872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A663E-D563-4666-8C6C-F3C7B65F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Des modifications traçables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94747-621E-4B6A-9713-EA85DA8E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Les corrections et validations gardent un auteur et une date. Une correction annule la validation précédente.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8362C-C3B9-4B38-ABCE-9E586A12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Un journal Outlook distinct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33543-59A6-42AF-B970-940EC50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Le Manager retrouve les actions par profil, collaborateur et type d’action.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5F316-A322-408D-AE2B-D94EC4BC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Un espace Communauté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132E4-F1C5-461C-97A3-9AA3962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L’équipe échange des messages et voit les notifications de prise en charge et de libération.</a:t>
            </a:r>
          </a:p>
        </p:txBody>
      </p:sp>
    </p:spTree>
    <p:extLst>
      <p:ext uri="{BB962C8B-B14F-4D97-AF65-F5344CB8AC3E}">
        <p14:creationId xmlns:p14="http://schemas.microsoft.com/office/powerpoint/2010/main" val="15419565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6611-2282-4DA9-8F2B-E81A89A9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Le fonctionnement sur les postes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41AF9-79F5-4588-980E-A5BBC22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DA2F9-DBB8-4ABD-8C3F-D9CA41EA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Un lancement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A9FDC-29D8-48B7-A994-FB5BA17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Chaque utilisateur démarre son interface sous sa propre session Windows.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13198-B264-402D-9771-EBE2BFA6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Des données sur le dossier partagé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3E8B5-5833-47BF-8802-150989AA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Les postes doivent disposer des accès réseau en lecture et en écriture.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EA491-32F2-408A-AEB4-CB7891FD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Outlook classique pour la messagerie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24D91-870F-4D46-9817-DEE3FA03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La boîte doit être configurée et autorisée sur chaque poste. Le nouvel Outlook n’est pas pris en charge.</a:t>
            </a:r>
          </a:p>
        </p:txBody>
      </p:sp>
    </p:spTree>
    <p:extLst>
      <p:ext uri="{BB962C8B-B14F-4D97-AF65-F5344CB8AC3E}">
        <p14:creationId xmlns:p14="http://schemas.microsoft.com/office/powerpoint/2010/main" val="656809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E9D05-DF5D-4575-83E0-7A3581E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45D"/>
                </a:solidFill>
                <a:latin typeface="DejaVu Sans"/>
                <a:ea typeface="DejaVu Sans"/>
                <a:cs typeface="DejaVu Sans"/>
              </a:rPr>
              <a:t>Les apports pour l’activité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4F1A4-FAFC-430C-9969-F161456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8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7C632-6176-4E5A-A171-646247AF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Pour le collaborateur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7DD4A-8594-4502-BAAE-0B6C207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Un parcours de saisie commun et un historique consultable des interventions.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49C41-87A3-435C-9988-7218DAA3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Pour le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B244E-76F0-42D3-8A8E-791B8A55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Une vue consolidée pour repérer les traitements ouverts et examiner les écarts de durée.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62EA7-D076-479C-8EF4-6F0CA17B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447A1"/>
                </a:solidFill>
                <a:latin typeface="DejaVu Sans"/>
                <a:ea typeface="DejaVu Sans"/>
                <a:cs typeface="DejaVu Sans"/>
              </a:rPr>
              <a:t>Pour l’équipe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AC480-E5C8-4C66-A913-144D7498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C2851"/>
                </a:solidFill>
                <a:latin typeface="DejaVu Sans"/>
                <a:ea typeface="DejaVu Sans"/>
                <a:cs typeface="DejaVu Sans"/>
              </a:rPr>
              <a:t>Une attribution visible des demandes et des échanges regroupés dans le même outil.</a:t>
            </a:r>
          </a:p>
        </p:txBody>
      </p:sp>
    </p:spTree>
    <p:extLst>
      <p:ext uri="{BB962C8B-B14F-4D97-AF65-F5344CB8AC3E}">
        <p14:creationId xmlns:p14="http://schemas.microsoft.com/office/powerpoint/2010/main" val="1612855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2026-09-24T16:37:19.0280000Z</dcterms:created>
  <dcterms:modified xsi:type="dcterms:W3CDTF">2026-09-24T16:37:19.0280000Z</dcterms:modified>
</coreProperties>
</file>